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0"/>
  </p:notesMasterIdLst>
  <p:handoutMasterIdLst>
    <p:handoutMasterId r:id="rId11"/>
  </p:handoutMasterIdLst>
  <p:sldIdLst>
    <p:sldId id="278" r:id="rId5"/>
    <p:sldId id="293" r:id="rId6"/>
    <p:sldId id="284" r:id="rId7"/>
    <p:sldId id="290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CD523-19C7-4A9B-BC1E-CB2BDDAE828E}" v="3" dt="2025-02-26T15:21:17.847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42B7-017A-88F6-1491-4809452D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9FAA8-575E-FB16-0D22-336590825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73F76-67E7-6C0D-A84F-C7A1F1A40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E96A1-324C-98C0-73BE-2F01C4248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6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21" r:id="rId13"/>
    <p:sldLayoutId id="2147483726" r:id="rId14"/>
    <p:sldLayoutId id="2147483728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sz="8800" dirty="0"/>
              <a:t>The Science Behind Dreams</a:t>
            </a:r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D2A8-A0E0-2544-B854-B4367CCC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5100-5B6B-4211-10FF-D8CCEA28A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5"/>
            <a:ext cx="7960421" cy="731612"/>
          </a:xfrm>
        </p:spPr>
        <p:txBody>
          <a:bodyPr/>
          <a:lstStyle/>
          <a:p>
            <a:r>
              <a:rPr lang="en-US" dirty="0"/>
              <a:t>How dreams are generated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DD289-D00A-0048-70B1-E0193CBB3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7" y="1349829"/>
            <a:ext cx="7293428" cy="526868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Dreams occur during the Rapid Eye Movement (REM) stage of sleep.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The brainstem sends signals to the cerebral cortex, triggering random thoughts, emotions and memories.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The amygdala (emotion processing) and hippocampus (memory storage) play a key role.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The hippocampus pulls stored memories, emotions and creates dream scenes.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The visual cortex is responsible for processing images even though the eyes are closed.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Walbaum Display (Headings)"/>
            </a:endParaRPr>
          </a:p>
        </p:txBody>
      </p:sp>
      <p:pic>
        <p:nvPicPr>
          <p:cNvPr id="5" name="Picture 4" descr="A blue human head with a brain and a red and blue light&#10;&#10;AI-generated content may be incorrect.">
            <a:extLst>
              <a:ext uri="{FF2B5EF4-FFF2-40B4-BE49-F238E27FC236}">
                <a16:creationId xmlns:a16="http://schemas.microsoft.com/office/drawing/2014/main" id="{0B0195D2-CD62-F3D9-37EA-FF139BA8C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771" y="106589"/>
            <a:ext cx="4169229" cy="3322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AD9EAB-94BD-B743-6458-E1AB7EBE20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658" y="3429000"/>
            <a:ext cx="416922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3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8484281" cy="1450217"/>
          </a:xfrm>
        </p:spPr>
        <p:txBody>
          <a:bodyPr/>
          <a:lstStyle/>
          <a:p>
            <a:r>
              <a:rPr lang="en-US"/>
              <a:t>Scientific Efforts to Decode Dreams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1349827"/>
            <a:ext cx="6400801" cy="47328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Century Schoolbook" panose="02040604050505020304" pitchFamily="18" charset="0"/>
              </a:rPr>
              <a:t>Fmri</a:t>
            </a:r>
            <a:r>
              <a:rPr lang="en-US" sz="2400" dirty="0">
                <a:latin typeface="Century Schoolbook" panose="02040604050505020304" pitchFamily="18" charset="0"/>
              </a:rPr>
              <a:t> &amp; EEG  - used to study brain activity during sleep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AI &amp; ML – Researchers are trying to reconstruct dream imagery based on neural activity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Neural Decoding – Some studies show brain scans can predict images a person is seeing or thinking about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In Japan, Partially reconstructed images from dreams were traced using AI models trained on brain signals.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8EEAC-302A-2A99-3AFC-7ABCF340B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63" y="1262969"/>
            <a:ext cx="5240337" cy="49065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r>
              <a:rPr lang="en-US" dirty="0"/>
              <a:t>Future of Dream-Capturing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77" y="1262743"/>
            <a:ext cx="7286851" cy="5388428"/>
          </a:xfrm>
          <a:noFill/>
        </p:spPr>
        <p:txBody>
          <a:bodyPr vert="horz" lIns="0" tIns="45720" rIns="91440" bIns="45720" rtlCol="0" anchor="t">
            <a:normAutofit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Century Schoolbook" panose="02040604050505020304" pitchFamily="18" charset="0"/>
              </a:rPr>
              <a:t>Brain-Computer Interfaces (BCI) : Devices like </a:t>
            </a:r>
            <a:r>
              <a:rPr lang="en-US" sz="2600" dirty="0" err="1">
                <a:latin typeface="Century Schoolbook" panose="02040604050505020304" pitchFamily="18" charset="0"/>
              </a:rPr>
              <a:t>Neuralink</a:t>
            </a:r>
            <a:r>
              <a:rPr lang="en-US" sz="2600" dirty="0">
                <a:latin typeface="Century Schoolbook" panose="02040604050505020304" pitchFamily="18" charset="0"/>
              </a:rPr>
              <a:t> aim are used to record and interpret thoughts.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Century Schoolbook" panose="02040604050505020304" pitchFamily="18" charset="0"/>
              </a:rPr>
              <a:t>Advancements in AI: AI models might reconstruct dream visuals with accuracy.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Century Schoolbook" panose="02040604050505020304" pitchFamily="18" charset="0"/>
              </a:rPr>
              <a:t>Ethical Concerns: Privacy, Subconscious data misuse &amp; psychological impact must be considered.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Century Schoolbook" panose="02040604050505020304" pitchFamily="18" charset="0"/>
              </a:rPr>
              <a:t>Potential Applications : Aids in medical treatment, creative inspiration, and memory enhancement.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73630D-B975-8F67-E520-35B3C1F22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628" y="1498501"/>
            <a:ext cx="4822372" cy="386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2400" dirty="0"/>
              <a:t>A. Bhuvana Naga Sai</a:t>
            </a:r>
          </a:p>
          <a:p>
            <a:r>
              <a:rPr lang="en-US" sz="2400" dirty="0"/>
              <a:t>2389408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6096000" y="564839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{94223A3B-EDE2-40E4-8723-4E6723CF63C1}tf33713516_win32</Template>
  <TotalTime>167</TotalTime>
  <Words>227</Words>
  <Application>Microsoft Office PowerPoint</Application>
  <PresentationFormat>Widescreen</PresentationFormat>
  <Paragraphs>23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Century Schoolbook</vt:lpstr>
      <vt:lpstr>Gill Sans MT</vt:lpstr>
      <vt:lpstr>Walbaum Display</vt:lpstr>
      <vt:lpstr>Walbaum Display (Headings)</vt:lpstr>
      <vt:lpstr>Wingdings</vt:lpstr>
      <vt:lpstr>3DFloatVTI</vt:lpstr>
      <vt:lpstr>The Science Behind Dreams</vt:lpstr>
      <vt:lpstr>How dreams are generated ?</vt:lpstr>
      <vt:lpstr>Scientific Efforts to Decode Dreams</vt:lpstr>
      <vt:lpstr>Future of Dream-Capturing Technology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Sai, Alla Bhuvana (Contractor)</dc:creator>
  <cp:lastModifiedBy>Naga Sai, Alla Bhuvana (Contractor)</cp:lastModifiedBy>
  <cp:revision>2</cp:revision>
  <dcterms:created xsi:type="dcterms:W3CDTF">2025-02-26T14:38:19Z</dcterms:created>
  <dcterms:modified xsi:type="dcterms:W3CDTF">2025-02-26T17:25:29Z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